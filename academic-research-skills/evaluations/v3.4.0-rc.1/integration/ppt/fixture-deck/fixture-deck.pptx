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software fixture: expired controlled launches 0 of 6; active 6 of 6. No claim of statistical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